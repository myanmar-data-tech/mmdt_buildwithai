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62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3949AB">
              <a:alpha val="30000"/>
            </a:srgbClr>
          </a:solidFill>
          <a:ln w="12700">
            <a:solidFill>
              <a:srgbClr val="3949A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5C6BC0">
              <a:alpha val="20000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Time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conversational agent powered by Google ADK + Gemini 2.5 Flash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Google Cloud Run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343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C6BC0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0" y="4343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C6BC0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4343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C6BC0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0" y="43434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5C6BC0">
              <a:alpha val="60000"/>
            </a:srgbClr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554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8288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matters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38328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383280" y="960120"/>
            <a:ext cx="548640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0" y="960120"/>
            <a:ext cx="502920" cy="8046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1430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033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Weather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977640" y="1344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current weather for any city using local data or Google Search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83280" y="1920240"/>
            <a:ext cx="548640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0" y="1920240"/>
            <a:ext cx="502920" cy="8046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10312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2304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accurate local time for cities around the world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383280" y="2880360"/>
            <a:ext cx="548640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83280" y="2880360"/>
            <a:ext cx="502920" cy="8046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306324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2953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Tool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977640" y="3264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live web search when local data isn't available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383280" y="3840480"/>
            <a:ext cx="5486400" cy="804672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83280" y="3840480"/>
            <a:ext cx="502920" cy="8046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40233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97764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Google's latest LLM for smart, natural conversation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connect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78308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1214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Tailwind CSS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697480" y="1371600"/>
            <a:ext cx="1783080" cy="1645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53619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21214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/chat endpoint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120640" y="1371600"/>
            <a:ext cx="1783080" cy="1645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53619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21214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Runner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16636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InMemoryRunner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315200" y="1371600"/>
            <a:ext cx="1783080" cy="1645920"/>
          </a:xfrm>
          <a:prstGeom prst="rect">
            <a:avLst/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53619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21214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60920" y="2450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2057400" y="2194560"/>
            <a:ext cx="640080" cy="0"/>
          </a:xfrm>
          <a:prstGeom prst="line">
            <a:avLst/>
          </a:prstGeom>
          <a:noFill/>
          <a:ln w="31750">
            <a:solidFill>
              <a:srgbClr val="3F51B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624328" y="2121408"/>
            <a:ext cx="73152" cy="1463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80560" y="2194560"/>
            <a:ext cx="640080" cy="0"/>
          </a:xfrm>
          <a:prstGeom prst="line">
            <a:avLst/>
          </a:prstGeom>
          <a:noFill/>
          <a:ln w="31750">
            <a:solidFill>
              <a:srgbClr val="3F51B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47488" y="2121408"/>
            <a:ext cx="73152" cy="1463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03720" y="2194560"/>
            <a:ext cx="411480" cy="0"/>
          </a:xfrm>
          <a:prstGeom prst="line">
            <a:avLst/>
          </a:prstGeom>
          <a:noFill/>
          <a:ln w="31750">
            <a:solidFill>
              <a:srgbClr val="3F51B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42048" y="2121408"/>
            <a:ext cx="73152" cy="1463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74320" y="3657600"/>
            <a:ext cx="2743200" cy="114300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74320" y="3657600"/>
            <a:ext cx="2743200" cy="3200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576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get_weather(city)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65760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weather data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&amp; Tokyo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200400" y="3657600"/>
            <a:ext cx="2743200" cy="114300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00400" y="3657600"/>
            <a:ext cx="2743200" cy="3200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29184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get_current_time(city)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291840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Timezone-aware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supported cities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126480" y="3657600"/>
            <a:ext cx="2743200" cy="114300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26480" y="3657600"/>
            <a:ext cx="2743200" cy="32004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21792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GoogleSearchTool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217920" y="40416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cities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783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0D5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for async calls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per browser tab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160520" cy="1783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0D5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4160520" cy="38404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64592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(.env config)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InMemoryRunner (ADK)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160520" cy="1783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0D5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416052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154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56616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framework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GoogleSearchTool (</a:t>
            </a:r>
            <a:r>
              <a:rPr lang="en-US" sz="1050" dirty="0" err="1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bypass_multi_tools_limit</a:t>
            </a: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160520" cy="1783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0D5F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4160520" cy="384048"/>
          </a:xfrm>
          <a:prstGeom prst="rect">
            <a:avLst/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154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566160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run deploy --source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HTTPS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env variable (8080)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running on Google Cloud Run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F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0" cy="59436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Time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weather or time all over the world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83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 can help you with the weather or current time. How can I assist you today?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0" y="224028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2860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88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would you like to know about Tokyo? Weather or the current time?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0" y="32461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Yangon for all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8EAF6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94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time in Yangon is 4:42 PM. Weather: partly sunny, 88°F (31°C), feels like 96°F (36°C), humidity 65%.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443484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62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weather in New York?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4462272"/>
            <a:ext cx="292608" cy="29260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2763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600" y="1600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with session memory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860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0" y="2258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 while agent thinks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94436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0" y="29169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city via Google Search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60273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43600" y="3575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publicly on Cloud Run (HTTPS)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26110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43600" y="4233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key + button to send messages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from user to agent response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5087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query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" y="2999232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POST /chat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{query, session_id}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737360" y="2743200"/>
            <a:ext cx="246888" cy="0"/>
          </a:xfrm>
          <a:prstGeom prst="line">
            <a:avLst/>
          </a:prstGeom>
          <a:noFill/>
          <a:ln w="25400">
            <a:solidFill>
              <a:srgbClr val="8C9E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47672" y="2679192"/>
            <a:ext cx="73152" cy="128016"/>
          </a:xfrm>
          <a:prstGeom prst="rect">
            <a:avLst/>
          </a:prstGeom>
          <a:solidFill>
            <a:srgbClr val="8C9EFF"/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84248" y="1097280"/>
            <a:ext cx="1508760" cy="3474720"/>
          </a:xfrm>
          <a:prstGeom prst="rect">
            <a:avLst/>
          </a:prstGeom>
          <a:solidFill>
            <a:srgbClr val="3F51B5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84248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6916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receives request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57400" y="2999232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query, retrieves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from app.state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93008" y="2743200"/>
            <a:ext cx="246888" cy="0"/>
          </a:xfrm>
          <a:prstGeom prst="line">
            <a:avLst/>
          </a:prstGeom>
          <a:noFill/>
          <a:ln w="25400">
            <a:solidFill>
              <a:srgbClr val="8C9E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03320" y="2679192"/>
            <a:ext cx="73152" cy="128016"/>
          </a:xfrm>
          <a:prstGeom prst="rect">
            <a:avLst/>
          </a:prstGeom>
          <a:solidFill>
            <a:srgbClr val="8C9EFF"/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39896" y="1097280"/>
            <a:ext cx="15087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739896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6916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13048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 processes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813048" y="2999232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Creates/reuses session,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as types.Content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248656" y="2743200"/>
            <a:ext cx="246888" cy="0"/>
          </a:xfrm>
          <a:prstGeom prst="line">
            <a:avLst/>
          </a:prstGeom>
          <a:noFill/>
          <a:ln w="25400">
            <a:solidFill>
              <a:srgbClr val="8C9E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58968" y="2679192"/>
            <a:ext cx="73152" cy="128016"/>
          </a:xfrm>
          <a:prstGeom prst="rect">
            <a:avLst/>
          </a:prstGeom>
          <a:solidFill>
            <a:srgbClr val="8C9EFF"/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95544" y="1097280"/>
            <a:ext cx="1508760" cy="3474720"/>
          </a:xfrm>
          <a:prstGeom prst="rect">
            <a:avLst/>
          </a:prstGeom>
          <a:solidFill>
            <a:srgbClr val="3F51B5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495544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169164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68696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&amp; calls tools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68696" y="2999232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 to use: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 / get_time / search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004304" y="2743200"/>
            <a:ext cx="246888" cy="0"/>
          </a:xfrm>
          <a:prstGeom prst="line">
            <a:avLst/>
          </a:prstGeom>
          <a:noFill/>
          <a:ln w="25400">
            <a:solidFill>
              <a:srgbClr val="8C9E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214616" y="2679192"/>
            <a:ext cx="73152" cy="128016"/>
          </a:xfrm>
          <a:prstGeom prst="rect">
            <a:avLst/>
          </a:prstGeom>
          <a:solidFill>
            <a:srgbClr val="8C9EFF"/>
          </a:solidFill>
          <a:ln w="12700">
            <a:solidFill>
              <a:srgbClr val="8C9E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251192" y="1097280"/>
            <a:ext cx="15087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7251192" y="1143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2" y="1691640"/>
            <a:ext cx="502920" cy="5029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24344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324344" y="2999232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event extracted,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sent back to browser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949AB">
              <a:alpha val="25000"/>
            </a:srgbClr>
          </a:solidFill>
          <a:ln w="12700">
            <a:solidFill>
              <a:srgbClr val="3949A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5C6BC0">
              <a:alpha val="20000"/>
            </a:srgbClr>
          </a:solidFill>
          <a:ln w="12700">
            <a:solidFill>
              <a:srgbClr val="5C6B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conversational AI agent with Google ADK + Gemini 2.5 Flash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767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901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3 tools: weather, time, and live Google Search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8024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4323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clean chat UI served by FastAPI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0837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9626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Google Cloud Run with HTTPS, auto-scaling, and zero config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914400" y="3493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54864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C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517</Words>
  <Application>Microsoft Office PowerPoint</Application>
  <PresentationFormat>On-screen Show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&amp; Time AI Agent</dc:title>
  <dc:subject>PptxGenJS Presentation</dc:subject>
  <dc:creator>PptxGenJS</dc:creator>
  <cp:lastModifiedBy>Yu Yu Hlaing</cp:lastModifiedBy>
  <cp:revision>3</cp:revision>
  <dcterms:created xsi:type="dcterms:W3CDTF">2026-05-03T10:24:15Z</dcterms:created>
  <dcterms:modified xsi:type="dcterms:W3CDTF">2026-05-03T14:39:08Z</dcterms:modified>
</cp:coreProperties>
</file>